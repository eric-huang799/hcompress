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3200400"/>
            <a:ext cx="941832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1A1A"/>
                </a:solidFill>
                <a:latin typeface="Segoe UI"/>
              </a:defRPr>
            </a:pPr>
            <a:r>
              <a:t>hcompress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Segoe UI"/>
              </a:defRPr>
            </a:pPr>
            <a:r>
              <a:t>基于 Canonical Huffman 的高性能压缩软件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Segoe UI"/>
              </a:defRPr>
            </a:pPr>
            <a:r>
              <a:t>C 加速 · 插件架构 · 炸弹防护 · Electron 桌面端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Eric Huang  · 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为什么做这个项目？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1A"/>
                </a:solidFill>
                <a:latin typeface="Segoe UI"/>
              </a:defRPr>
            </a:pPr>
            <a: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Segoe UI"/>
              </a:defRPr>
            </a:pPr>
            <a:r>
              <a:t>算法落地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哈夫曼编码是压缩领域的基础算法，但从理论到高性能实现中间隔着工程鸿沟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1A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Segoe UI"/>
              </a:defRPr>
            </a:pPr>
            <a:r>
              <a:t>插件架构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大部分压缩软件不支持扩展，无法按需添加炸弹检测、加密、格式支持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1A"/>
                </a:solidFill>
                <a:latin typeface="Segoe UI"/>
              </a:defRPr>
            </a:pPr>
            <a: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Segoe UI"/>
              </a:defRPr>
            </a:pPr>
            <a:r>
              <a:t>现代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60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开源压缩工具普遍界面老旧，缺乏暗色主题和拖拽交互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1A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Segoe UI"/>
              </a:defRPr>
            </a:pPr>
            <a:r>
              <a:t>性能优化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49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纯 Python 编解码速度慢，需要用 C 扩展加速热路径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463040"/>
            <a:ext cx="41148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问题场景示意图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核心功能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463040" cy="320040"/>
          </a:xfrm>
          <a:prstGeom prst="roundRect">
            <a:avLst/>
          </a:prstGeom>
          <a:solidFill>
            <a:srgbClr val="4F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Canonical Huffman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353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业界标准算法，gzip/PNG 同款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1463040" cy="320040"/>
          </a:xfrm>
          <a:prstGeom prst="roundRect">
            <a:avLst/>
          </a:prstGeom>
          <a:solidFill>
            <a:srgbClr val="1E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 扩展加速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53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编码 4.4× / 解码 29.5×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463040" cy="320040"/>
          </a:xfrm>
          <a:prstGeom prst="roundRect">
            <a:avLst/>
          </a:prstGeom>
          <a:solidFill>
            <a:srgbClr val="4F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10 个插件接口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587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可替换熵编码、变换、校验、IO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1463040" cy="320040"/>
          </a:xfrm>
          <a:prstGeom prst="roundRect">
            <a:avLst/>
          </a:prstGeom>
          <a:solidFill>
            <a:srgbClr val="D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BombGuard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587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零 IO 开销的炸弹检测 (100:1)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463040" cy="320040"/>
          </a:xfrm>
          <a:prstGeom prst="roundRect">
            <a:avLst/>
          </a:prstGeom>
          <a:solidFill>
            <a:srgbClr val="1AA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多格式解压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8221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gzip / zip / tar / bz2 / xz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1463040" cy="320040"/>
          </a:xfrm>
          <a:prstGeom prst="roundRect">
            <a:avLst/>
          </a:prstGeom>
          <a:solidFill>
            <a:srgbClr val="1E9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文件夹归档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221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目录 → 单文件 .hcf → 完整还原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463040" cy="320040"/>
          </a:xfrm>
          <a:prstGeom prst="roundRect">
            <a:avLst/>
          </a:prstGeom>
          <a:solidFill>
            <a:srgbClr val="4F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Electron GUI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056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三主题切换 + 拖拽 + 插件面板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074920"/>
            <a:ext cx="1463040" cy="3200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69 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056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全绿，覆盖边界 + 接口契约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731520"/>
            <a:ext cx="3840480" cy="566928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功能截图拼贴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架构图 — 建议用 demo/index.html 的 3D 架构截图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HCF 文件格式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scadia Code"/>
              </a:defRPr>
            </a:pPr>
            <a:r>
              <a:t>Magic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371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scadia Code"/>
              </a:defRPr>
            </a:pPr>
            <a:r>
              <a:t>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'HCF\x1a'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scadia Code"/>
              </a:defRPr>
            </a:pPr>
            <a:r>
              <a:t>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scadia Code"/>
              </a:defRPr>
            </a:pPr>
            <a:r>
              <a:t>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uint16 LE (v1 = 0x0001)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scadia Code"/>
              </a:defRPr>
            </a:pPr>
            <a:r>
              <a:t>Flags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scadia Code"/>
              </a:defRPr>
            </a:pPr>
            <a:r>
              <a:t>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编码器ID / 压缩级别 / 扩展标志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scadia Code"/>
              </a:defRPr>
            </a:pPr>
            <a:r>
              <a:t>CRC-16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scadia Code"/>
              </a:defRPr>
            </a:pPr>
            <a:r>
              <a:t>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Header 完整性校验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scadia Code"/>
              </a:defRPr>
            </a:pPr>
            <a:r>
              <a:t>Bit-Lengths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scadia Code"/>
              </a:defRPr>
            </a:pPr>
            <a:r>
              <a:t>256B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每符号 1 字节，0 = 未出现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scadia Code"/>
              </a:defRPr>
            </a:pPr>
            <a:r>
              <a:t>Original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343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scadia Code"/>
              </a:defRPr>
            </a:pPr>
            <a:r>
              <a:t>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原始文件大小 ← 炸弹检测锚点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scadia Code"/>
              </a:defRPr>
            </a:pPr>
            <a:r>
              <a:t>Ext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scadia Code"/>
              </a:defRPr>
            </a:pPr>
            <a:r>
              <a:t>可变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JSON UTF-8，插件扩展数据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Header 固定 276 字节，紧凑且可扩展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463040"/>
            <a:ext cx="384048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Header 结构图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性能实测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C 扩展 vs 纯 Python — 530 KB 文本文件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3035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编码/解码对比柱状图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920240"/>
            <a:ext cx="50292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不同文件类型压缩率对比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• C 扩展编码加速 4.4×（385ms → 88ms）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• C 扩展解码加速 29.5×（809ms → 28ms）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• 多进程压缩加速 3.1×（4 workers: 900ms → 291ms）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• 文本压缩率稳定 50% 左右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• 二进制/已压缩文件 — 几乎无效果（正常现象）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675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• Python GIL 绕过：ProcessPoolExecutor + C 扩展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多进程并行压缩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486400" cy="493776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多线程架构图 / 性能对比图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ProcessPoolExecutor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• Python GIL 绕过：多进程替代多线程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359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• 大文件自动分块，每块独立压缩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7066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• C 扩展 + 多进程 = 最大性能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0540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858000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实测数据（5.2 MB 文本）：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单线程:  900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096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2 进程:  377 ms (2.4×)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4439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4 进程:  291 ms (3.1×)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791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858000" y="5138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HCF 多块格式：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[Header] [BlockCount]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833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  [Len₁][Data₁][Len₂][Data₂]...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插件架构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943600" cy="493776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接口关系图 — 建议用 demo/index.html 的接口力导向图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Segoe UI"/>
              </a:defRPr>
            </a:pPr>
            <a:r>
              <a:t>10 个可扩展接口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IEntropyCodec — 熵编码算法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395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ITransform — 数据变换 (BWT/MTF/RLE)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7797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IFilter — 预处理过滤器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163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IMatchFinder — LZ77 字典匹配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IChecksum — 完整性校验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IIOBackend — IO 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IBlockSplitter — 分块策略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ICompressHook / IDecompressHook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084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IObserver — 进度/日志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468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scadia Code"/>
              </a:defRPr>
            </a:pPr>
            <a:r>
              <a:t>★ IExtension — 万能自定义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6"/>
                </a:solidFill>
                <a:latin typeface="Segoe UI"/>
              </a:defRPr>
            </a:pPr>
            <a:r>
              <a:t>插件 SDK: 4 行代码即可开发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BombGuard — 压缩包炸弹检测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1463040"/>
            <a:ext cx="4572000" cy="493776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炸弹拦截弹窗截图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1. HCF Header 中存储 original_size（原始文件大小）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2. 解压前读取 header → 仅 276 字节，零 IO 开销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3. 计算膨胀比 = original_size / 压缩文件大小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4. 若 &gt; 100:1 → 判断为炸弹 → 拒绝解压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5. 递归深度检测 → 防嵌套炸弹（.hcf 套 .hcf）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4040"/>
                </a:solidFill>
                <a:latin typeface="Segoe UI"/>
              </a:defRPr>
            </a:pPr>
            <a:r>
              <a:t>实际测试：291 字节文件声称 10GB → 膨胀比 3689 万:1 → 被拦截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v2 桌面端 — Electron + React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132320" cy="493776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>
                <a:solidFill>
                  <a:srgbClr val="999999"/>
                </a:solidFill>
                <a:latin typeface="Segoe UI"/>
              </a:defRPr>
            </a:pPr>
            <a:r>
              <a:t>📷 v2 GUI 完整截图（含三主题对比）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☀️/💻/🌙 三主题切换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拖拽上传 + 文件列表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压缩率实时估算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154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插件管理面板（开关 + 状态）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BombGuard 可视化拦截弹窗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归档浏览器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F11 全屏模式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3474720"/>
            <a:ext cx="941832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1A1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Segoe UI"/>
              </a:defRPr>
            </a:pPr>
            <a:r>
              <a:t>hcompress — Canonical Huffman 压缩工具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Segoe UI"/>
              </a:defRPr>
            </a:pPr>
            <a:r>
              <a:t>GitHub v1: github.com/Eric-huang799/hcompress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Segoe UI"/>
              </a:defRPr>
            </a:pPr>
            <a:r>
              <a:t>GitHub v2: github.com/Eric-huang799/hcompress-v2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Segoe UI"/>
              </a:defRPr>
            </a:pPr>
            <a:r>
              <a:t>技术栈: Python + C + Electron + React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Segoe UI"/>
              </a:defRPr>
            </a:pPr>
            <a:r>
              <a:t>测试: 69 tests · 性能: 编码 4.4× 解码 29.5×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Eric Huang · 2026.07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